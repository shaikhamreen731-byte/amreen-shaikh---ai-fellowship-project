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3462" y="215686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914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LinkedIn  </a:t>
            </a:r>
            <a:r>
              <a:rPr lang="en-US" sz="95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950"/>
          </a:p>
        </p:txBody>
      </p:sp>
      <p:sp>
        <p:nvSpPr>
          <p:cNvPr id="5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0" y="0"/>
            <a:ext cx="50292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3108960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3291840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347472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277722" y="1457176"/>
            <a:ext cx="5364795" cy="455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AND GRADE DISTRIBUTION</a:t>
            </a:r>
            <a:endParaRPr lang="en-US" sz="4000" b="1" dirty="0"/>
          </a:p>
        </p:txBody>
      </p:sp>
      <p:sp>
        <p:nvSpPr>
          <p:cNvPr id="13" name="Shape 11"/>
          <p:cNvSpPr/>
          <p:nvPr/>
        </p:nvSpPr>
        <p:spPr>
          <a:xfrm>
            <a:off x="-27320" y="2942474"/>
            <a:ext cx="384048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Shape 12"/>
          <p:cNvSpPr/>
          <p:nvPr/>
        </p:nvSpPr>
        <p:spPr>
          <a:xfrm>
            <a:off x="3607420" y="2942474"/>
            <a:ext cx="27432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684548"/>
            <a:ext cx="3840480" cy="918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E S E N T A T I O N   2 0 2 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👤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597877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AMREEN SHAIKH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Email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246120" y="3686323"/>
            <a:ext cx="2099718" cy="360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amreenshaikh731@gmail.com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7722" y="4384041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722" y="4393185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📖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777240" y="451633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UMAMAHESWARI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295351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57200" y="381304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57200" y="424281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BA53C9D-AAA2-05C7-14B1-F7DA481CA53F}"/>
              </a:ext>
            </a:extLst>
          </p:cNvPr>
          <p:cNvSpPr/>
          <p:nvPr/>
        </p:nvSpPr>
        <p:spPr>
          <a:xfrm>
            <a:off x="457200" y="2101332"/>
            <a:ext cx="4114800" cy="302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analyzes student performance data using Excel and Power BI.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focuses on cleaning, analyzing, and visualizing academic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goal is to identify trends, grade distribution, and insights.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 tools like Copilot are used for better insights.</a:t>
            </a: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FBB90A13-7196-D2E6-20B4-845F03152899}"/>
              </a:ext>
            </a:extLst>
          </p:cNvPr>
          <p:cNvSpPr/>
          <p:nvPr/>
        </p:nvSpPr>
        <p:spPr>
          <a:xfrm>
            <a:off x="457200" y="166420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4BCD0967-8763-EBD0-918B-8930803EE40C}"/>
              </a:ext>
            </a:extLst>
          </p:cNvPr>
          <p:cNvSpPr/>
          <p:nvPr/>
        </p:nvSpPr>
        <p:spPr>
          <a:xfrm>
            <a:off x="457200" y="209397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A079AF38-4D82-61EA-A6DE-714C1225E65B}"/>
              </a:ext>
            </a:extLst>
          </p:cNvPr>
          <p:cNvSpPr/>
          <p:nvPr/>
        </p:nvSpPr>
        <p:spPr>
          <a:xfrm>
            <a:off x="457200" y="252374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42052B7-1005-7C95-89EC-CBD8D61EEAEE}"/>
              </a:ext>
            </a:extLst>
          </p:cNvPr>
          <p:cNvSpPr/>
          <p:nvPr/>
        </p:nvSpPr>
        <p:spPr>
          <a:xfrm>
            <a:off x="883920" y="1348476"/>
            <a:ext cx="4114800" cy="2071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720" y="1142296"/>
            <a:ext cx="4161224" cy="323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23444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Educational data is often unstructured and hard to analyze.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Institutions struggle to track student performance.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Lack of visualization tools makes insights difficult.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solves it using data analytics and dashboards</a:t>
            </a:r>
            <a:r>
              <a:rPr lang="en-US" sz="1300" dirty="0"/>
              <a:t>.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166420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09397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52374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1234440"/>
            <a:ext cx="425196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030" y="861646"/>
            <a:ext cx="4149969" cy="38158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23444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Clean and preprocess student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Excel &amp; Power BI for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dashboards and visual reports.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Integrate AI tools for automated insights.</a:t>
            </a: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725" y="1179576"/>
            <a:ext cx="4127109" cy="33410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/ Source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/ Kaggle  Dataset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Shape 9"/>
          <p:cNvSpPr/>
          <p:nvPr/>
        </p:nvSpPr>
        <p:spPr>
          <a:xfrm>
            <a:off x="864108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/ Analysis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937760" y="168882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cleaning and analysis date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 Integration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548640" y="3559478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Copilot / Chatgpt </a:t>
            </a:r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108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Dashboard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Dashboard / Reports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list of some demo screenshots / features of the project: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978408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11480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: Dashboard Overview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22776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4" name="Shape 12"/>
          <p:cNvSpPr/>
          <p:nvPr/>
        </p:nvSpPr>
        <p:spPr>
          <a:xfrm>
            <a:off x="3218688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18688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3355848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: Grade Distribution Chart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67144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7144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9" name="Shape 17"/>
          <p:cNvSpPr/>
          <p:nvPr/>
        </p:nvSpPr>
        <p:spPr>
          <a:xfrm>
            <a:off x="6163056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63056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6300216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: Subject Wise Analysis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>
                <a:solidFill>
                  <a:srgbClr val="FFFFFF"/>
                </a:solidFill>
              </a:rPr>
              <a:t>▶</a:t>
            </a:r>
            <a:endParaRPr lang="en-US" sz="480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/>
          </a:p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731520" y="137160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Project successfully analyzes student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Helps identify trends and weak areas.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Supports better academic decisions.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Objectives achieved successfully</a:t>
            </a:r>
            <a:r>
              <a:rPr lang="en-US" sz="1300" dirty="0"/>
              <a:t>.</a:t>
            </a:r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05840"/>
            <a:ext cx="2834640" cy="2834640"/>
          </a:xfrm>
          <a:prstGeom prst="ellipse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5394960" y="10058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✅</a:t>
            </a:r>
            <a:endParaRPr lang="en-US" sz="6000" dirty="0"/>
          </a:p>
        </p:txBody>
      </p:sp>
      <p:sp>
        <p:nvSpPr>
          <p:cNvPr id="18" name="Shape 16"/>
          <p:cNvSpPr/>
          <p:nvPr/>
        </p:nvSpPr>
        <p:spPr>
          <a:xfrm>
            <a:off x="5303520" y="3899916"/>
            <a:ext cx="30175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374904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514" y="886968"/>
            <a:ext cx="3523957" cy="28571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90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 err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123444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47361" y="841248"/>
            <a:ext cx="3550919" cy="36386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144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0" dirty="0"/>
          </a:p>
        </p:txBody>
      </p:sp>
      <p:sp>
        <p:nvSpPr>
          <p:cNvPr id="18" name="Rectangle 1"/>
          <p:cNvSpPr>
            <a:spLocks noChangeArrowheads="1"/>
          </p:cNvSpPr>
          <p:nvPr/>
        </p:nvSpPr>
        <p:spPr bwMode="auto">
          <a:xfrm>
            <a:off x="182880" y="-4036154"/>
            <a:ext cx="6729984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AI predicts student performance and identifies weak students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Personalized learning for better understanding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Real-time dashboards and data visualization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‍🏫 Smart systems with automated grading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📱 Use of mobile apps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EdTech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tools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7200" y="1487689"/>
            <a:ext cx="433754" cy="40233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944" y="1121664"/>
            <a:ext cx="2840736" cy="31546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6305973" y="45720"/>
            <a:ext cx="27465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 |  Student Project Presentation 2026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  LinkedIn  |   Edunet Foundation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425</Words>
  <Application>Microsoft Office PowerPoint</Application>
  <PresentationFormat>On-screen Show (16:9)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farhanshaikh2199@gmail.com</cp:lastModifiedBy>
  <cp:revision>11</cp:revision>
  <dcterms:created xsi:type="dcterms:W3CDTF">2026-02-18T09:17:23Z</dcterms:created>
  <dcterms:modified xsi:type="dcterms:W3CDTF">2026-04-10T08:58:58Z</dcterms:modified>
</cp:coreProperties>
</file>